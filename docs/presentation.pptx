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4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 Ancoford" userId="e17bd923e26631f7" providerId="LiveId" clId="{5E7AC29A-4891-4760-BEEB-2EC9827E3464}"/>
    <pc:docChg chg="custSel addSld modSld">
      <pc:chgData name="Zhang Ancoford" userId="e17bd923e26631f7" providerId="LiveId" clId="{5E7AC29A-4891-4760-BEEB-2EC9827E3464}" dt="2026-03-20T19:40:59.705" v="244" actId="113"/>
      <pc:docMkLst>
        <pc:docMk/>
      </pc:docMkLst>
      <pc:sldChg chg="addSp delSp modSp new mod">
        <pc:chgData name="Zhang Ancoford" userId="e17bd923e26631f7" providerId="LiveId" clId="{5E7AC29A-4891-4760-BEEB-2EC9827E3464}" dt="2026-03-20T19:26:07.534" v="25" actId="478"/>
        <pc:sldMkLst>
          <pc:docMk/>
          <pc:sldMk cId="3831158727" sldId="256"/>
        </pc:sldMkLst>
        <pc:spChg chg="mod">
          <ac:chgData name="Zhang Ancoford" userId="e17bd923e26631f7" providerId="LiveId" clId="{5E7AC29A-4891-4760-BEEB-2EC9827E3464}" dt="2026-03-20T19:23:46.070" v="19" actId="1076"/>
          <ac:spMkLst>
            <pc:docMk/>
            <pc:sldMk cId="3831158727" sldId="256"/>
            <ac:spMk id="2" creationId="{67FE7BD3-83FA-D6B8-C7B8-82508872C2A0}"/>
          </ac:spMkLst>
        </pc:spChg>
        <pc:spChg chg="del">
          <ac:chgData name="Zhang Ancoford" userId="e17bd923e26631f7" providerId="LiveId" clId="{5E7AC29A-4891-4760-BEEB-2EC9827E3464}" dt="2026-03-20T19:22:56.511" v="11" actId="478"/>
          <ac:spMkLst>
            <pc:docMk/>
            <pc:sldMk cId="3831158727" sldId="256"/>
            <ac:spMk id="3" creationId="{9667253E-884B-718B-86DD-3D3A3115AE44}"/>
          </ac:spMkLst>
        </pc:spChg>
        <pc:picChg chg="add del mod">
          <ac:chgData name="Zhang Ancoford" userId="e17bd923e26631f7" providerId="LiveId" clId="{5E7AC29A-4891-4760-BEEB-2EC9827E3464}" dt="2026-03-20T19:26:07.534" v="25" actId="478"/>
          <ac:picMkLst>
            <pc:docMk/>
            <pc:sldMk cId="3831158727" sldId="256"/>
            <ac:picMk id="5" creationId="{59D7653E-DBD7-6CA2-AAA3-F64241888929}"/>
          </ac:picMkLst>
        </pc:picChg>
      </pc:sldChg>
      <pc:sldChg chg="addSp delSp modSp new mod">
        <pc:chgData name="Zhang Ancoford" userId="e17bd923e26631f7" providerId="LiveId" clId="{5E7AC29A-4891-4760-BEEB-2EC9827E3464}" dt="2026-03-20T19:29:39.459" v="87" actId="1076"/>
        <pc:sldMkLst>
          <pc:docMk/>
          <pc:sldMk cId="3459997600" sldId="257"/>
        </pc:sldMkLst>
        <pc:spChg chg="del">
          <ac:chgData name="Zhang Ancoford" userId="e17bd923e26631f7" providerId="LiveId" clId="{5E7AC29A-4891-4760-BEEB-2EC9827E3464}" dt="2026-03-20T19:26:48.773" v="29" actId="478"/>
          <ac:spMkLst>
            <pc:docMk/>
            <pc:sldMk cId="3459997600" sldId="257"/>
            <ac:spMk id="2" creationId="{B40226C4-3B94-B8B0-69FB-B5162373A60F}"/>
          </ac:spMkLst>
        </pc:spChg>
        <pc:spChg chg="mod">
          <ac:chgData name="Zhang Ancoford" userId="e17bd923e26631f7" providerId="LiveId" clId="{5E7AC29A-4891-4760-BEEB-2EC9827E3464}" dt="2026-03-20T19:27:08.324" v="32" actId="1076"/>
          <ac:spMkLst>
            <pc:docMk/>
            <pc:sldMk cId="3459997600" sldId="257"/>
            <ac:spMk id="3" creationId="{C4002B5E-2AE6-B986-9603-FB91218D0918}"/>
          </ac:spMkLst>
        </pc:spChg>
        <pc:spChg chg="add mod">
          <ac:chgData name="Zhang Ancoford" userId="e17bd923e26631f7" providerId="LiveId" clId="{5E7AC29A-4891-4760-BEEB-2EC9827E3464}" dt="2026-03-20T19:28:21.488" v="50" actId="1076"/>
          <ac:spMkLst>
            <pc:docMk/>
            <pc:sldMk cId="3459997600" sldId="257"/>
            <ac:spMk id="6" creationId="{8A94F76C-2850-8EEC-EBD9-5B642F3D1FEF}"/>
          </ac:spMkLst>
        </pc:spChg>
        <pc:spChg chg="add mod">
          <ac:chgData name="Zhang Ancoford" userId="e17bd923e26631f7" providerId="LiveId" clId="{5E7AC29A-4891-4760-BEEB-2EC9827E3464}" dt="2026-03-20T19:28:47.944" v="59" actId="1076"/>
          <ac:spMkLst>
            <pc:docMk/>
            <pc:sldMk cId="3459997600" sldId="257"/>
            <ac:spMk id="7" creationId="{13BA2357-C3FC-9720-1D83-119DBF3585E7}"/>
          </ac:spMkLst>
        </pc:spChg>
        <pc:spChg chg="add mod">
          <ac:chgData name="Zhang Ancoford" userId="e17bd923e26631f7" providerId="LiveId" clId="{5E7AC29A-4891-4760-BEEB-2EC9827E3464}" dt="2026-03-20T19:29:39.459" v="87" actId="1076"/>
          <ac:spMkLst>
            <pc:docMk/>
            <pc:sldMk cId="3459997600" sldId="257"/>
            <ac:spMk id="8" creationId="{8F5F9D1B-8274-4FD5-80A9-9C9BA59132F7}"/>
          </ac:spMkLst>
        </pc:spChg>
        <pc:picChg chg="add mod">
          <ac:chgData name="Zhang Ancoford" userId="e17bd923e26631f7" providerId="LiveId" clId="{5E7AC29A-4891-4760-BEEB-2EC9827E3464}" dt="2026-03-20T19:27:26.633" v="43" actId="1076"/>
          <ac:picMkLst>
            <pc:docMk/>
            <pc:sldMk cId="3459997600" sldId="257"/>
            <ac:picMk id="5" creationId="{CECD5203-F743-6476-95F9-FFFA6D16A407}"/>
          </ac:picMkLst>
        </pc:picChg>
      </pc:sldChg>
      <pc:sldChg chg="addSp modSp new mod">
        <pc:chgData name="Zhang Ancoford" userId="e17bd923e26631f7" providerId="LiveId" clId="{5E7AC29A-4891-4760-BEEB-2EC9827E3464}" dt="2026-03-20T19:37:02.396" v="170" actId="1076"/>
        <pc:sldMkLst>
          <pc:docMk/>
          <pc:sldMk cId="572861668" sldId="258"/>
        </pc:sldMkLst>
        <pc:spChg chg="mod">
          <ac:chgData name="Zhang Ancoford" userId="e17bd923e26631f7" providerId="LiveId" clId="{5E7AC29A-4891-4760-BEEB-2EC9827E3464}" dt="2026-03-20T19:33:45.220" v="114" actId="403"/>
          <ac:spMkLst>
            <pc:docMk/>
            <pc:sldMk cId="572861668" sldId="258"/>
            <ac:spMk id="2" creationId="{5CDA2CDA-E26D-B381-F7D9-1FB04E34187D}"/>
          </ac:spMkLst>
        </pc:spChg>
        <pc:spChg chg="mod">
          <ac:chgData name="Zhang Ancoford" userId="e17bd923e26631f7" providerId="LiveId" clId="{5E7AC29A-4891-4760-BEEB-2EC9827E3464}" dt="2026-03-20T19:34:31.050" v="127" actId="5793"/>
          <ac:spMkLst>
            <pc:docMk/>
            <pc:sldMk cId="572861668" sldId="258"/>
            <ac:spMk id="3" creationId="{6C3BF7B9-6C7C-8BC8-1B23-8AF2CCB35C8B}"/>
          </ac:spMkLst>
        </pc:spChg>
        <pc:spChg chg="add mod">
          <ac:chgData name="Zhang Ancoford" userId="e17bd923e26631f7" providerId="LiveId" clId="{5E7AC29A-4891-4760-BEEB-2EC9827E3464}" dt="2026-03-20T19:36:54.867" v="166" actId="1076"/>
          <ac:spMkLst>
            <pc:docMk/>
            <pc:sldMk cId="572861668" sldId="258"/>
            <ac:spMk id="4" creationId="{14A5FFAA-2B90-7D90-F75C-D67692F7174D}"/>
          </ac:spMkLst>
        </pc:spChg>
        <pc:spChg chg="add mod">
          <ac:chgData name="Zhang Ancoford" userId="e17bd923e26631f7" providerId="LiveId" clId="{5E7AC29A-4891-4760-BEEB-2EC9827E3464}" dt="2026-03-20T19:36:52.061" v="165" actId="1076"/>
          <ac:spMkLst>
            <pc:docMk/>
            <pc:sldMk cId="572861668" sldId="258"/>
            <ac:spMk id="5" creationId="{E329FAA3-2560-223E-2BBF-28EB2945A355}"/>
          </ac:spMkLst>
        </pc:spChg>
        <pc:picChg chg="add mod">
          <ac:chgData name="Zhang Ancoford" userId="e17bd923e26631f7" providerId="LiveId" clId="{5E7AC29A-4891-4760-BEEB-2EC9827E3464}" dt="2026-03-20T19:37:02.396" v="170" actId="1076"/>
          <ac:picMkLst>
            <pc:docMk/>
            <pc:sldMk cId="572861668" sldId="258"/>
            <ac:picMk id="7" creationId="{A44ECAF3-D9BA-C537-B31E-93475EBF5130}"/>
          </ac:picMkLst>
        </pc:picChg>
      </pc:sldChg>
      <pc:sldChg chg="addSp delSp modSp new mod">
        <pc:chgData name="Zhang Ancoford" userId="e17bd923e26631f7" providerId="LiveId" clId="{5E7AC29A-4891-4760-BEEB-2EC9827E3464}" dt="2026-03-20T19:39:38.972" v="182" actId="1076"/>
        <pc:sldMkLst>
          <pc:docMk/>
          <pc:sldMk cId="4034228818" sldId="259"/>
        </pc:sldMkLst>
        <pc:spChg chg="mod">
          <ac:chgData name="Zhang Ancoford" userId="e17bd923e26631f7" providerId="LiveId" clId="{5E7AC29A-4891-4760-BEEB-2EC9827E3464}" dt="2026-03-20T19:39:38.972" v="182" actId="1076"/>
          <ac:spMkLst>
            <pc:docMk/>
            <pc:sldMk cId="4034228818" sldId="259"/>
            <ac:spMk id="2" creationId="{6DEA7588-10D5-7F5B-BDCE-5506B9D05243}"/>
          </ac:spMkLst>
        </pc:spChg>
        <pc:spChg chg="del">
          <ac:chgData name="Zhang Ancoford" userId="e17bd923e26631f7" providerId="LiveId" clId="{5E7AC29A-4891-4760-BEEB-2EC9827E3464}" dt="2026-03-20T19:39:28.938" v="179" actId="22"/>
          <ac:spMkLst>
            <pc:docMk/>
            <pc:sldMk cId="4034228818" sldId="259"/>
            <ac:spMk id="3" creationId="{75D2B5E0-DB5C-21D0-E6A3-E3461B71F278}"/>
          </ac:spMkLst>
        </pc:spChg>
        <pc:picChg chg="add mod ord">
          <ac:chgData name="Zhang Ancoford" userId="e17bd923e26631f7" providerId="LiveId" clId="{5E7AC29A-4891-4760-BEEB-2EC9827E3464}" dt="2026-03-20T19:39:35.067" v="181" actId="1076"/>
          <ac:picMkLst>
            <pc:docMk/>
            <pc:sldMk cId="4034228818" sldId="259"/>
            <ac:picMk id="5" creationId="{B1FB0D9D-5D7C-2D8C-2FE1-47498D72F64C}"/>
          </ac:picMkLst>
        </pc:picChg>
      </pc:sldChg>
      <pc:sldChg chg="delSp modSp new mod">
        <pc:chgData name="Zhang Ancoford" userId="e17bd923e26631f7" providerId="LiveId" clId="{5E7AC29A-4891-4760-BEEB-2EC9827E3464}" dt="2026-03-20T19:40:34.737" v="205" actId="113"/>
        <pc:sldMkLst>
          <pc:docMk/>
          <pc:sldMk cId="3991657000" sldId="260"/>
        </pc:sldMkLst>
        <pc:spChg chg="mod">
          <ac:chgData name="Zhang Ancoford" userId="e17bd923e26631f7" providerId="LiveId" clId="{5E7AC29A-4891-4760-BEEB-2EC9827E3464}" dt="2026-03-20T19:40:34.737" v="205" actId="113"/>
          <ac:spMkLst>
            <pc:docMk/>
            <pc:sldMk cId="3991657000" sldId="260"/>
            <ac:spMk id="2" creationId="{7DDED919-A75E-93A5-F846-FD5B94DB27CC}"/>
          </ac:spMkLst>
        </pc:spChg>
        <pc:spChg chg="del">
          <ac:chgData name="Zhang Ancoford" userId="e17bd923e26631f7" providerId="LiveId" clId="{5E7AC29A-4891-4760-BEEB-2EC9827E3464}" dt="2026-03-20T19:39:53.484" v="185" actId="478"/>
          <ac:spMkLst>
            <pc:docMk/>
            <pc:sldMk cId="3991657000" sldId="260"/>
            <ac:spMk id="3" creationId="{568E68D4-DD0B-EFC7-614E-A52B876DFA39}"/>
          </ac:spMkLst>
        </pc:spChg>
      </pc:sldChg>
      <pc:sldChg chg="delSp modSp new mod">
        <pc:chgData name="Zhang Ancoford" userId="e17bd923e26631f7" providerId="LiveId" clId="{5E7AC29A-4891-4760-BEEB-2EC9827E3464}" dt="2026-03-20T19:40:59.705" v="244" actId="113"/>
        <pc:sldMkLst>
          <pc:docMk/>
          <pc:sldMk cId="3774888882" sldId="261"/>
        </pc:sldMkLst>
        <pc:spChg chg="mod">
          <ac:chgData name="Zhang Ancoford" userId="e17bd923e26631f7" providerId="LiveId" clId="{5E7AC29A-4891-4760-BEEB-2EC9827E3464}" dt="2026-03-20T19:40:59.705" v="244" actId="113"/>
          <ac:spMkLst>
            <pc:docMk/>
            <pc:sldMk cId="3774888882" sldId="261"/>
            <ac:spMk id="2" creationId="{5DC4ED9C-A626-DE11-8F14-519EAAED26A2}"/>
          </ac:spMkLst>
        </pc:spChg>
        <pc:spChg chg="del">
          <ac:chgData name="Zhang Ancoford" userId="e17bd923e26631f7" providerId="LiveId" clId="{5E7AC29A-4891-4760-BEEB-2EC9827E3464}" dt="2026-03-20T19:40:39.947" v="206" actId="478"/>
          <ac:spMkLst>
            <pc:docMk/>
            <pc:sldMk cId="3774888882" sldId="261"/>
            <ac:spMk id="3" creationId="{8A0E6A71-E02A-3C0C-38AD-12830BDD82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903D3-31DF-0475-0450-8EFBA8518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A96394-4503-949A-DA6F-13E8134AE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31EEDD-F411-EDDA-232D-6CBF78EE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BC49D8-9768-02B8-F528-5DEBB5C6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AB960-E7E7-C3D6-96C1-91D39AC2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72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94A14-10C1-8705-3D0D-4FF20284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E485E3-677D-4752-B31B-F2F4CBFA6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F99075-9159-F2CD-A105-D9A91771F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9538DF-2137-FD69-9542-0B0F7BEC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5B4F41-D091-57DE-635F-5D372006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24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D9C11-BB76-2189-FAE8-8150A83C4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1453B0-4FA8-77E3-A137-E4F0760B5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B6708A-554F-3D0B-D2A2-DC3FCD1A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8CA09B-1A2B-E641-FC88-2F17FE29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BC02BF-70CE-D895-BE2E-F9757F3A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06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7635D-B44D-C01D-CBE2-2B4A791D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387130-D1BB-EABC-5078-21132FD82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CC7D9A-9A4D-159E-7F52-EC8D40EF1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5926F8-6431-CC3F-188B-9B71EBF1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5CE9A2-EAE5-109B-0CA6-99952732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AA81EA-B59F-5DC7-F07B-50E90D9C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49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316F1-7431-71B4-5638-9A8675F94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9B6D1C-90B1-EAC5-26DE-DFF58DF57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458CD3-2D50-5B2A-6833-EC419E058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123B0C-0CB2-6D13-E049-6BBD9F16C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B5392A-4DB2-57C7-CE45-9A300BD99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3073B6-B3C8-3B6B-602C-950A6EE2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A03D7C-7521-09A5-1BB2-B6E97432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C3C688-7B3C-4D05-B4F5-94FB75B2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90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D3831-B190-6819-7C55-1D2C86A6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B1A086-80B5-4254-B4B6-8D5D2DD7B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D12F-EBED-DCE4-D6F7-5F7233BB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0548EF-8642-D977-C523-29BE25BC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3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F0D82E-5F37-BCE4-8A77-DB0CB6069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CED6AF-506B-FB38-AA84-A0FB107D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4EB476-D417-A3F6-81E5-4BEC7D8A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3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A7D6F-BBEC-16CE-4477-6B49381F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BE2BF0-431C-D944-67E2-5B7543BFA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5A8CB2-D3AF-61B7-192A-50E91F041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028CBE-BB69-8721-895A-F6EB17005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5046AB-C458-F5C1-AFCC-24AE367B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DF66F3-E808-F98D-57A4-7B4FEFA2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730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DCD5A-B19C-1E1D-E1AB-27D826BE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9EDE20-A8EB-9C8C-F490-0703A080A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AE463F-D2D1-A5A0-42FB-5CB18742C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C26609-FC16-70C3-9EC4-5CA13098E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DD6595-CF12-3BA0-5EDB-0D5B383F3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E7F7B0-ECD6-3041-1DDF-FBD94BFD8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82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CD2F7-C0FA-DC50-C17D-B74733DBB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393E9E-D7CA-A2AB-7518-A829FEC95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810DA-EDC1-0D9B-DCD0-93F9152F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A0B510-CA34-71E0-ED57-0FDA988C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EE137F-7561-82C4-DA77-30D8B8FA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41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7DF8B2-B930-7B7E-29A5-08A115832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EF33EA-9D4E-2537-F64E-768CE0C47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DF9C5F-BC54-A406-7BE9-9A4102C4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EF5F4-2CCB-D480-E042-A80324B6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7F624D-8524-8E38-FFC0-2E8377B4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467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2A7C19-4646-F139-45F1-EAE6B18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B01143-260A-7317-1B79-92AB49E4F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696D2E-F0FB-A000-ED16-8801239A9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7C21F-1C3A-4059-A8C6-76BDA6462B4E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35B38A-4C51-E491-ACFB-4160789EA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43929-FD98-ADFA-524B-29D9CAD93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CFBE5-CA6E-41AC-82CA-F9577244D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89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E7BD3-83FA-D6B8-C7B8-82508872C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Airport Delay Analytics API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COMP3011 Coursework 1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 err="1"/>
              <a:t>Mingxuan</a:t>
            </a:r>
            <a:r>
              <a:rPr lang="en-US" altLang="zh-CN" dirty="0"/>
              <a:t> Zhang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1158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002B5E-2AE6-B986-9603-FB91218D0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647" y="1115762"/>
            <a:ext cx="10936705" cy="2313238"/>
          </a:xfrm>
        </p:spPr>
        <p:txBody>
          <a:bodyPr/>
          <a:lstStyle/>
          <a:p>
            <a:r>
              <a:rPr lang="en-US" altLang="zh-CN" dirty="0"/>
              <a:t>• RESTful API for flight data management and analysis</a:t>
            </a:r>
          </a:p>
          <a:p>
            <a:r>
              <a:rPr lang="en-US" altLang="zh-CN" dirty="0"/>
              <a:t>• Supports CRUD operations</a:t>
            </a:r>
          </a:p>
          <a:p>
            <a:r>
              <a:rPr lang="en-US" altLang="zh-CN" dirty="0"/>
              <a:t>• Provides delay analytics and airport connectivity</a:t>
            </a:r>
          </a:p>
          <a:p>
            <a:r>
              <a:rPr lang="en-US" altLang="zh-CN" dirty="0"/>
              <a:t>• Uses real-world flight dataset (2018–2024)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CD5203-F743-6476-95F9-FFFA6D16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5107163" cy="30596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A94F76C-2850-8EEC-EBD9-5B642F3D1FEF}"/>
              </a:ext>
            </a:extLst>
          </p:cNvPr>
          <p:cNvSpPr txBox="1"/>
          <p:nvPr/>
        </p:nvSpPr>
        <p:spPr>
          <a:xfrm>
            <a:off x="627647" y="4702176"/>
            <a:ext cx="42331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API Layer (</a:t>
            </a:r>
            <a:r>
              <a:rPr lang="en-US" altLang="zh-CN" sz="2000" dirty="0" err="1"/>
              <a:t>FastAPI</a:t>
            </a:r>
            <a:r>
              <a:rPr lang="en-US" altLang="zh-CN" sz="2000" dirty="0"/>
              <a:t>)</a:t>
            </a:r>
            <a:br>
              <a:rPr lang="en-US" altLang="zh-CN" sz="2000" dirty="0"/>
            </a:br>
            <a:r>
              <a:rPr lang="en-US" altLang="zh-CN" sz="2000" dirty="0"/>
              <a:t>↓</a:t>
            </a:r>
            <a:br>
              <a:rPr lang="en-US" altLang="zh-CN" sz="2000" dirty="0"/>
            </a:br>
            <a:r>
              <a:rPr lang="en-US" altLang="zh-CN" sz="2000" dirty="0"/>
              <a:t>Business Logic (Routers)</a:t>
            </a:r>
            <a:br>
              <a:rPr lang="en-US" altLang="zh-CN" sz="2000" dirty="0"/>
            </a:br>
            <a:r>
              <a:rPr lang="en-US" altLang="zh-CN" sz="2000" dirty="0"/>
              <a:t>↓</a:t>
            </a:r>
            <a:br>
              <a:rPr lang="en-US" altLang="zh-CN" sz="2000" dirty="0"/>
            </a:br>
            <a:r>
              <a:rPr lang="en-US" altLang="zh-CN" sz="2000" dirty="0"/>
              <a:t>Database (SQLite + </a:t>
            </a:r>
            <a:r>
              <a:rPr lang="en-US" altLang="zh-CN" sz="2000" dirty="0" err="1"/>
              <a:t>SQLAlchemy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BA2357-C3FC-9720-1D83-119DBF3585E7}"/>
              </a:ext>
            </a:extLst>
          </p:cNvPr>
          <p:cNvSpPr txBox="1"/>
          <p:nvPr/>
        </p:nvSpPr>
        <p:spPr>
          <a:xfrm>
            <a:off x="627647" y="4174019"/>
            <a:ext cx="400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System Architecture</a:t>
            </a:r>
            <a:endParaRPr lang="zh-CN" altLang="en-US" sz="28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5F9D1B-8274-4FD5-80A9-9C9BA59132F7}"/>
              </a:ext>
            </a:extLst>
          </p:cNvPr>
          <p:cNvSpPr txBox="1"/>
          <p:nvPr/>
        </p:nvSpPr>
        <p:spPr>
          <a:xfrm>
            <a:off x="627647" y="370743"/>
            <a:ext cx="3433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Project Overview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59997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A2CDA-E26D-B381-F7D9-1FB04E34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445042" cy="132556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Data Source</a:t>
            </a:r>
            <a:endParaRPr lang="zh-CN" altLang="en-US" sz="28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3BF7B9-6C7C-8BC8-1B23-8AF2CCB35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446"/>
            <a:ext cx="5498433" cy="248970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• US DOT On-Time Performance Dataset (2018–2024)</a:t>
            </a:r>
          </a:p>
          <a:p>
            <a:pPr marL="0" indent="0">
              <a:buNone/>
            </a:pPr>
            <a:r>
              <a:rPr lang="en-US" altLang="zh-CN" dirty="0"/>
              <a:t>• Real flight-level data</a:t>
            </a:r>
          </a:p>
          <a:p>
            <a:pPr marL="0" indent="0">
              <a:buNone/>
            </a:pPr>
            <a:r>
              <a:rPr lang="en-US" altLang="zh-CN" dirty="0"/>
              <a:t>• Includes:</a:t>
            </a:r>
          </a:p>
          <a:p>
            <a:pPr marL="0" indent="0">
              <a:buNone/>
            </a:pPr>
            <a:r>
              <a:rPr lang="en-US" altLang="zh-CN" dirty="0"/>
              <a:t>  - origin / destination</a:t>
            </a:r>
          </a:p>
          <a:p>
            <a:pPr marL="0" indent="0">
              <a:buNone/>
            </a:pPr>
            <a:r>
              <a:rPr lang="en-US" altLang="zh-CN" dirty="0"/>
              <a:t>  - departure time</a:t>
            </a:r>
          </a:p>
          <a:p>
            <a:pPr marL="0" indent="0">
              <a:buNone/>
            </a:pPr>
            <a:r>
              <a:rPr lang="en-US" altLang="zh-CN" dirty="0"/>
              <a:t>  - delay information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A5FFAA-2B90-7D90-F75C-D67692F7174D}"/>
              </a:ext>
            </a:extLst>
          </p:cNvPr>
          <p:cNvSpPr txBox="1"/>
          <p:nvPr/>
        </p:nvSpPr>
        <p:spPr>
          <a:xfrm>
            <a:off x="4090739" y="3212122"/>
            <a:ext cx="2197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API Design</a:t>
            </a:r>
            <a:endParaRPr lang="zh-CN" altLang="en-US" sz="2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29FAA3-2560-223E-2BBF-28EB2945A355}"/>
              </a:ext>
            </a:extLst>
          </p:cNvPr>
          <p:cNvSpPr txBox="1"/>
          <p:nvPr/>
        </p:nvSpPr>
        <p:spPr>
          <a:xfrm>
            <a:off x="4090739" y="3866147"/>
            <a:ext cx="51334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Flights (CRUD):</a:t>
            </a:r>
          </a:p>
          <a:p>
            <a:r>
              <a:rPr lang="en-US" altLang="zh-CN" dirty="0"/>
              <a:t>• POST /flights</a:t>
            </a:r>
          </a:p>
          <a:p>
            <a:r>
              <a:rPr lang="en-US" altLang="zh-CN" dirty="0"/>
              <a:t>• GET /flights/{id}</a:t>
            </a:r>
          </a:p>
          <a:p>
            <a:r>
              <a:rPr lang="en-US" altLang="zh-CN" dirty="0"/>
              <a:t>• PUT /flights/{id}</a:t>
            </a:r>
          </a:p>
          <a:p>
            <a:r>
              <a:rPr lang="en-US" altLang="zh-CN" dirty="0"/>
              <a:t>• DELETE /flights/{id}</a:t>
            </a:r>
          </a:p>
          <a:p>
            <a:endParaRPr lang="en-US" altLang="zh-CN" dirty="0"/>
          </a:p>
          <a:p>
            <a:r>
              <a:rPr lang="en-US" altLang="zh-CN" dirty="0"/>
              <a:t>Other endpoints:</a:t>
            </a:r>
          </a:p>
          <a:p>
            <a:r>
              <a:rPr lang="en-US" altLang="zh-CN" dirty="0"/>
              <a:t>• /airports/{</a:t>
            </a:r>
            <a:r>
              <a:rPr lang="en-US" altLang="zh-CN" dirty="0" err="1"/>
              <a:t>iata</a:t>
            </a:r>
            <a:r>
              <a:rPr lang="en-US" altLang="zh-CN" dirty="0"/>
              <a:t>}/destinations</a:t>
            </a:r>
          </a:p>
          <a:p>
            <a:r>
              <a:rPr lang="en-US" altLang="zh-CN" dirty="0"/>
              <a:t>• /analytics/delay-rate</a:t>
            </a:r>
          </a:p>
          <a:p>
            <a:r>
              <a:rPr lang="en-US" altLang="zh-CN" dirty="0"/>
              <a:t>• /analytics/delay-by-hour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4ECAF3-D9BA-C537-B31E-93475EBF5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476" y="2379253"/>
            <a:ext cx="5052822" cy="284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6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A7588-10D5-7F5B-BDCE-5506B9D0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1124136"/>
            <a:ext cx="2675021" cy="132556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Features</a:t>
            </a:r>
            <a:endParaRPr lang="zh-CN" altLang="en-US" sz="2800" b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1FB0D9D-5D7C-2D8C-2FE1-47498D72F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710" y="2449699"/>
            <a:ext cx="10888579" cy="195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2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ED919-A75E-93A5-F846-FD5B94DB2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773" y="2766218"/>
            <a:ext cx="7792453" cy="1325563"/>
          </a:xfrm>
        </p:spPr>
        <p:txBody>
          <a:bodyPr>
            <a:normAutofit/>
          </a:bodyPr>
          <a:lstStyle/>
          <a:p>
            <a:r>
              <a:rPr lang="en-US" altLang="zh-CN" b="1" dirty="0"/>
              <a:t>Next, I will conduct a live demonstration on the computer.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9165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4ED9C-A626-DE11-8F14-519EAAED2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921" y="2766218"/>
            <a:ext cx="6156158" cy="1325563"/>
          </a:xfrm>
        </p:spPr>
        <p:txBody>
          <a:bodyPr>
            <a:normAutofit/>
          </a:bodyPr>
          <a:lstStyle/>
          <a:p>
            <a:r>
              <a:rPr lang="en-US" altLang="zh-CN" b="1" dirty="0"/>
              <a:t>Thank you for watching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774888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167</Words>
  <Application>Microsoft Office PowerPoint</Application>
  <PresentationFormat>宽屏</PresentationFormat>
  <Paragraphs>29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Airport Delay Analytics API  COMP3011 Coursework 1  Mingxuan Zhang </vt:lpstr>
      <vt:lpstr>PowerPoint 演示文稿</vt:lpstr>
      <vt:lpstr>Data Source</vt:lpstr>
      <vt:lpstr>Features</vt:lpstr>
      <vt:lpstr>Next, I will conduct a live demonstration on the computer.</vt:lpstr>
      <vt:lpstr>Thank you for watching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Ancoford</dc:creator>
  <cp:lastModifiedBy>Zhang Ancoford</cp:lastModifiedBy>
  <cp:revision>1</cp:revision>
  <dcterms:created xsi:type="dcterms:W3CDTF">2026-03-20T19:22:17Z</dcterms:created>
  <dcterms:modified xsi:type="dcterms:W3CDTF">2026-03-20T19:41:02Z</dcterms:modified>
</cp:coreProperties>
</file>